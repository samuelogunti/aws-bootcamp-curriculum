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This module builds directly on Module 01's Shared Responsibility Model. Remind students that IAM is how they fulfill the customer side of that model. Timing: 15 min IAM overview, 15 min users/groups/policies, 10 min roles, 10 min policy JSON, 10 min Organizations/SCPs, 10 min best practices, 5 min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15 minutes for this section. Start by asking students: "What is the difference between proving who you are and proving what you are allowed to do?"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Answer: Authorization failed. Authentication succeeded (you signed in), but the IAM policy attached to your user does not grant s3:CreateBucket permission. This is the most common confusion for beginners.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15 minutes. Emphasize that groups simplify permission management: assign policies to groups, then add users to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10 minutes. Key point: roles provide temporary credentials via STS. Never embed long-lived access keys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10 minutes. Walk through the JSON structure on the next slide. Emphasize the Effect/Action/Resource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Answer: No. The explicit Deny in Policy B overrides the Allow in Policy A. This is the most important rule in IAM policy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10 minutes. Explain that Organizations is for multi-account governance. SCPs set the maximum permissions boundary for an entire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10 minutes. These are the practices students should follow for every lab and project in the bootcamp.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 Take 5 minutes for questions. Common question: "Do I need to memorize the JSON policy syntax?" Answer: No, but you need to understand the Effect/Action/Resource structure and how evaluation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02: IAM and Security</dc:title>
  <dc:subject>PptxGenJS Presentation</dc:subject>
  <dc:creator>Created by Marp</dc:creator>
  <cp:lastModifiedBy>Created by Marp</cp:lastModifiedBy>
  <cp:revision>1</cp:revision>
  <dcterms:created xsi:type="dcterms:W3CDTF">2026-04-23T03:27:44Z</dcterms:created>
  <dcterms:modified xsi:type="dcterms:W3CDTF">2026-04-23T03:27:44Z</dcterms:modified>
</cp:coreProperties>
</file>