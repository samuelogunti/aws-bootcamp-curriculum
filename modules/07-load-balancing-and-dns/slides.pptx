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Welcome to Module 07. This module covers Elastic Load Balancing and Route 53. Breakdown: 10 min ELB overview, 10 min ALB vs NLB vs GLB, 15 min ALB deep dive (listeners, rules, target groups), 10 min health checks, 10 min SSL/TLS, 15 min Route 53 (records, routing policies), 10 min Route 53 health checks, 10 min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Connect to Module 04's Auto Scaling concepts. Draw a VPC with two AZs, EC2 instances, and an ALB in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Walk through the comparison table and ask students to match scenarios to load balancer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Answer: ALB. It operates at Layer 7 and supports path-based routing, which is needed to route /api/* and /images/* to different target groups. ALB also supports WebSocket connections natively. NLB operates at Layer 4 and cannot inspect HTTP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15 minutes. Cover listeners, rules, path-based and host-based routing. Use the receptionist analogy.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Cover target types and health check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Answer: HTTP 503 (Service Unavailable). The load balancer has no healthy targets to route to. This is why health checks are critical: they prevent the load balancer from sending traffic to broken instances, but if everything is broken, clients get a 503. Monitoring the HealthyHostCount metric in CloudWatch helps detect this situation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Cover ACM certificates and HTTPS listener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15 minutes. Draw the DNS resolution flow on the whiteboard.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Walk through each policy with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Answer: Latency-based routing. It routes users to the Region with the lowest network latency, which typically corresponds to the nearest Region. Geolocation routing is also a valid answer if they want strict geographic boundaries (e.g., all European users go to eu-west-1 regardless of latency). The key difference: latency-based optimizes for performance, geolocation optimizes for geographic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section takes approximately 10 minutes. Cover the three types and how they enable DNS failover.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Students will create a VPC with two public subnets, launch two EC2 instances with different web pages, create a target group and ALB, and observe load balancing and health check behavior. The Route 53 section is optional for students who have a registered domain. Remind students to delete the ALB and instances after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Take 5-10 minutes for questions. Common questions involve ALB vs NLB selection and the difference between ELB and Route 53 health checks. Transition to the lab when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07: Load Balancing and DNS</dc:title>
  <dc:subject>PptxGenJS Presentation</dc:subject>
  <dc:creator>Created by Marp</dc:creator>
  <cp:lastModifiedBy>Created by Marp</cp:lastModifiedBy>
  <cp:revision>1</cp:revision>
  <dcterms:created xsi:type="dcterms:W3CDTF">2026-04-23T03:28:07Z</dcterms:created>
  <dcterms:modified xsi:type="dcterms:W3CDTF">2026-04-23T03:28:07Z</dcterms:modified>
</cp:coreProperties>
</file>