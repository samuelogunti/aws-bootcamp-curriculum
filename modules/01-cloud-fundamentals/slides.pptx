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Welcome students to the first module of the AWS Bootcamp. This module covers the foundational concepts that every subsequent module builds on. Total lecture time is approximately 60 minutes: 10 min cloud computing basics, 10 min service/deployment models, 15 min AWS global infrastructure, 10 min shared responsibility, 15 min discussion and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Start by asking students how they think traditional IT infrastructure works, then contrast it with cloud 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OpEx (cloud) lets them start immediately, adjust resources as they learn what they need, and avoid the risk of buying the wrong hardware. The $30,000 CapEx investment is a sunk cost even if the product pivots.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5 minutes. Use the table on the next slide to show the spectrum from IaaS (you manage most) to SaaS (provider manages most).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5 minutes. Emphasize that most bootcamp labs use the public cloud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Answer: C) Hybrid cloud. The hospital uses on-premises for regulated data and public cloud for non-regulated workloads. This is a common pattern in healthcare and financial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15 minutes. Cover the global infrastructure, then the shared responsibility model. Use the map analogy: Regions are cities, AZs are neighborhoods, edge locations are local post offices.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Expected answer: eu-central-1 (Frankfurt) or eu-west-1 (Ireland) for the primary deployment to meet GDPR requirements. For US users, consider a second deployment in us-east-1 or use CloudFront edge locations to reduce latency. This is a multi-Region discussion that previews Module 16 (Reliability and DR).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This is one of the most important concepts in the entire bootcamp. Draw the dividing line on the whiteboard: AWS below, customer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Answers: 1) Customer, 2) AWS, 3) Customer, 4) AWS, 5) Customer. Walk through each answer and explain why. Emphasize that if you can configure it in the console, you are responsible for configuring it securely.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Take 5-10 minutes for questions. If no questions, transition to the lab. Remind students to have their MFA app ready before starting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01: Cloud Fundamentals</dc:title>
  <dc:subject>PptxGenJS Presentation</dc:subject>
  <dc:creator>Created by Marp</dc:creator>
  <cp:lastModifiedBy>Created by Marp</cp:lastModifiedBy>
  <cp:revision>1</cp:revision>
  <dcterms:created xsi:type="dcterms:W3CDTF">2026-04-23T03:27:39Z</dcterms:created>
  <dcterms:modified xsi:type="dcterms:W3CDTF">2026-04-23T03:27:39Z</dcterms:modified>
</cp:coreProperties>
</file>