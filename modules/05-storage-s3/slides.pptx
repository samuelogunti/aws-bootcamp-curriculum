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Welcome to Module 05. This module covers S3 object storage, one of the most widely used AWS services. Breakdown: 10 min S3 overview, 15 min storage classes, 10 min versioning, 10 min lifecycle policies, 15 min access control, 10 min encryption, 10 min static website hosting, 10 min replication and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10 minutes. Start by contrasting S3 (object storage) with EBS (block storage) from Module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15 minutes. Use the filing system analogy: Standard is the desk drawer, Standard-IA is the filing cabinet, Glacier is the offsite warehouse.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Expected answer: Start in S3 Standard for the first 30 days (active access). Transition to Standard-IA after 30 days (occasional access). Transition to Glacier Flexible Retrieval after 90 days (rare access). Use a Lifecycle policy to automate these transitions. Expire after 7 years (2,555 days). This is a classic tiered storage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10 minutes. Demonstrate by uploading a file, modifying it, uploading again, then showing both versions.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10 minutes. Show the transition hierarchy and a JSON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15 minutes. Connect to IAM policies from Module 02. Show a bucket policy and IAM policy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Answer: No. Block Public Access overrides the bucket policy. Even though the policy grants public read, the account-level Block Public Access setting prevents it. The developer must explicitly disable Block Public Access on that specific bucket (and have account-level permission to do so) before the public policy takes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10 minutes. Emphasize that SSE-S3 is the default and sufficient for most use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10 minutes. Cover the configuration steps and the HTTPS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5 minutes. Cover CRR and Transfer Acceleration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Students will create a bucket in us-east-1, upload objects, enable versioning, create a Lifecycle rule, configure SSE-KMS encryption, and set up static website hosting with a public bucket policy. Remind students to clean up the bucket and objects after the lab to avoid storage 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Take 5-10 minutes for questions. Common questions involve the difference between S3 and EBS, and when to use SSE-KMS vs. SSE-S3. Transition to the lab when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05: Storage with Amazon S3</dc:title>
  <dc:subject>PptxGenJS Presentation</dc:subject>
  <dc:creator>Created by Marp</dc:creator>
  <cp:lastModifiedBy>Created by Marp</cp:lastModifiedBy>
  <cp:revision>1</cp:revision>
  <dcterms:created xsi:type="dcterms:W3CDTF">2026-04-23T03:27:57Z</dcterms:created>
  <dcterms:modified xsi:type="dcterms:W3CDTF">2026-04-23T03:27:57Z</dcterms:modified>
</cp:coreProperties>
</file>